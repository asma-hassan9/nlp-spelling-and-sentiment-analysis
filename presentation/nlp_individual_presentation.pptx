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graphics/data2.xml" ContentType="application/vnd.openxmlformats-officedocument.drawingml.diagramData+xml"/>
  <Override PartName="/ppt/graphics/layout2.xml" ContentType="application/vnd.openxmlformats-officedocument.drawingml.diagramLayou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b03a49ff2742a2" /><Relationship Type="http://schemas.openxmlformats.org/officeDocument/2006/relationships/extended-properties" Target="/docProps/app.xml" Id="R11b75628966e4752" /><Relationship Type="http://schemas.openxmlformats.org/officeDocument/2006/relationships/officeDocument" Target="/ppt/presentation.xml" Id="R4deea54d3d9f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50fc06a484ff8"/>
  </p:sldMasterIdLst>
  <p:notesMasterIdLst>
    <p:notesMasterId xmlns:r="http://schemas.openxmlformats.org/officeDocument/2006/relationships" r:id="Rc05561644fe84a21"/>
  </p:notesMasterIdLst>
  <p:sldIdLst>
    <p:sldId xmlns:r="http://schemas.openxmlformats.org/officeDocument/2006/relationships" id="256" r:id="R549d1da293e14615"/>
    <p:sldId xmlns:r="http://schemas.openxmlformats.org/officeDocument/2006/relationships" id="257" r:id="R58c6bfa2b20449e2"/>
    <p:sldId xmlns:r="http://schemas.openxmlformats.org/officeDocument/2006/relationships" id="258" r:id="Rf413180b0ef7435c"/>
    <p:sldId xmlns:r="http://schemas.openxmlformats.org/officeDocument/2006/relationships" id="259" r:id="Rcb5ee5acfad240a8"/>
    <p:sldId xmlns:r="http://schemas.openxmlformats.org/officeDocument/2006/relationships" id="260" r:id="Rce4814f0c54d412d"/>
    <p:sldId xmlns:r="http://schemas.openxmlformats.org/officeDocument/2006/relationships" id="261" r:id="Rdfe1872c6a494d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5895e403ce4d1e" /><Relationship Type="http://schemas.openxmlformats.org/officeDocument/2006/relationships/slideMaster" Target="/ppt/slideMasters/slideMaster1.xml" Id="R4ac50fc06a484ff8" /><Relationship Type="http://schemas.openxmlformats.org/officeDocument/2006/relationships/notesMaster" Target="/ppt/notesMasters/notesMaster1.xml" Id="Rc05561644fe84a21" /><Relationship Type="http://schemas.openxmlformats.org/officeDocument/2006/relationships/presProps" Target="/ppt/presProps.xml" Id="Rbbab976cc7d14f3a" /><Relationship Type="http://schemas.openxmlformats.org/officeDocument/2006/relationships/viewProps" Target="/ppt/viewProps.xml" Id="Rb004f2c255c94039" /><Relationship Type="http://schemas.openxmlformats.org/officeDocument/2006/relationships/tableStyles" Target="/ppt/tableStyles.xml" Id="R68cd6d0af76d42ea" /><Relationship Type="http://schemas.openxmlformats.org/officeDocument/2006/relationships/slide" Target="/ppt/slides/slide1.xml" Id="R549d1da293e14615" /><Relationship Type="http://schemas.openxmlformats.org/officeDocument/2006/relationships/slide" Target="/ppt/slides/slide2.xml" Id="R58c6bfa2b20449e2" /><Relationship Type="http://schemas.openxmlformats.org/officeDocument/2006/relationships/slide" Target="/ppt/slides/slide3.xml" Id="Rf413180b0ef7435c" /><Relationship Type="http://schemas.openxmlformats.org/officeDocument/2006/relationships/slide" Target="/ppt/slides/slide4.xml" Id="Rcb5ee5acfad240a8" /><Relationship Type="http://schemas.openxmlformats.org/officeDocument/2006/relationships/slide" Target="/ppt/slides/slide5.xml" Id="Rce4814f0c54d412d" /><Relationship Type="http://schemas.openxmlformats.org/officeDocument/2006/relationships/slide" Target="/ppt/slides/slide6.xml" Id="Rdfe1872c6a494ddc" /></Relationships>
</file>

<file path=ppt/graphics/data1.xml><?xml version="1.0" encoding="utf-8"?>
<dgm:dataModel xmlns:dgm="http://schemas.openxmlformats.org/drawingml/2006/diagram">
  <dgm:ptLst>
    <dgm:pt modelId="{B4D4AABF-6DAA-48F0-BE5B-668539314511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AA92AF2-E0AB-4A57-A161-FD730138976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 b="0" i="0" baseline="0"/>
            <a:t>Loaded </a:t>
          </a:r>
          <a:r>
            <a:rPr b="0" i="1" baseline="0"/>
            <a:t>The Principles of Economics</a:t>
          </a:r>
          <a:r>
            <a:rPr b="0" i="0" baseline="0"/>
            <a:t> corpus</a:t>
          </a:r>
          <a:endParaRPr/>
        </a:p>
      </dgm:t>
    </dgm:pt>
    <dgm:pt modelId="{95936169-F125-4F08-A88E-3CD00D6CA9FC}" type="parTrans" cxnId="{2F14E8AF-D0C6-4BC2-8FB2-4ED0543B7C5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A62B64A-C863-4B76-A2F5-24986A4ABA4E}" type="sibTrans" cxnId="{2F14E8AF-D0C6-4BC2-8FB2-4ED0543B7C5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23DDED1-ECCF-4628-9A0D-6E285E93079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 b="0" i="0" baseline="0"/>
            <a:t>Added top 100k most frequent English words</a:t>
          </a:r>
          <a:endParaRPr/>
        </a:p>
      </dgm:t>
    </dgm:pt>
    <dgm:pt modelId="{9A6269EA-8F32-4FF2-B44C-4EA30A6D4059}" type="parTrans" cxnId="{2D4D8575-28F7-42AC-B931-AAC40AF3AC3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690F2BE-7009-4CFF-99C5-3815726A4C92}" type="sibTrans" cxnId="{2D4D8575-28F7-42AC-B931-AAC40AF3AC3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5C55C7E0-B5FE-4314-B527-54DD9270F8B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 b="0" i="0" baseline="0"/>
            <a:t>Tokenization, lowercasing, cleaning</a:t>
          </a:r>
          <a:endParaRPr/>
        </a:p>
      </dgm:t>
    </dgm:pt>
    <dgm:pt modelId="{E0EF2E00-A158-4ABD-A8A3-7994F2D124B0}" type="parTrans" cxnId="{71A41C99-5C7C-43B2-992B-E18C14DB5F4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D4FAE72-68BC-4193-8411-9BB77F1FF073}" type="sibTrans" cxnId="{71A41C99-5C7C-43B2-992B-E18C14DB5F4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5660689-77DD-478D-ABDE-C353FD84614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 b="0" i="0" baseline="0"/>
            <a:t>Built unigram and bigram frequencies</a:t>
          </a:r>
          <a:endParaRPr/>
        </a:p>
      </dgm:t>
    </dgm:pt>
    <dgm:pt modelId="{60237E1F-1B7B-4B8A-928E-82420CD22C33}" type="parTrans" cxnId="{87A0E5DC-54D3-4ACD-AA86-33FAFD58606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3E677D06-66FE-4852-BB40-7A2892444116}" type="sibTrans" cxnId="{87A0E5DC-54D3-4ACD-AA86-33FAFD58606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5BEEF6F-660F-4508-8938-1FF39884763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 b="0" i="0" baseline="0"/>
            <a:t>EDA: word frequency plots, word cloud, first 250 tokens</a:t>
          </a:r>
          <a:endParaRPr/>
        </a:p>
      </dgm:t>
    </dgm:pt>
    <dgm:pt modelId="{7CFC03EF-0C1C-4C88-8533-F9D51E090F1C}" type="parTrans" cxnId="{91651AA5-1DF3-41FC-B56A-3CF8FFC194F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BF47EE60-FAA8-4354-B955-74B37260FFF4}" type="sibTrans" cxnId="{91651AA5-1DF3-41FC-B56A-3CF8FFC194F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ABC7FFA-2A4C-4D97-8841-3684EA76D2CC}" type="pres"/>
    <dgm:pt modelId="{453DBBCF-0EA2-46B6-B237-13019247A5A6}" type="pres"/>
    <dgm:pt modelId="{C733F730-A9FA-41FF-9C93-82F50DDFA2DF}" type="pres"/>
    <dgm:pt modelId="{D54BD605-9E5A-414B-9F85-329CE563467E}" type="pres"/>
    <dgm:pt modelId="{5AE8B0C5-60F9-4AE0-90F8-390CEABA8C1A}" type="pres"/>
    <dgm:pt modelId="{6304B5A3-AA56-4258-9664-36563051CC90}" type="pres"/>
    <dgm:pt modelId="{660D3C5A-4E04-4944-BF3C-AF240A133087}" type="pres"/>
    <dgm:pt modelId="{482A6BF2-8027-45D4-BB5C-5E94C8F9EEBB}" type="pres"/>
    <dgm:pt modelId="{1EAC354B-87C3-4262-914E-42FFF2653FD2}" type="pres"/>
    <dgm:pt modelId="{ACAEE3FB-7F49-44BB-811B-920B47A6C00E}" type="pres"/>
    <dgm:pt modelId="{1DDB926F-8D43-438B-B3C8-48A98C047024}" type="pres"/>
    <dgm:pt modelId="{7C2E6A65-4F40-4F3E-A7AC-7013A21CAF78}" type="pres"/>
    <dgm:pt modelId="{105EE324-5896-4752-9DDD-78E0B8BEECE5}" type="pres"/>
    <dgm:pt modelId="{092048D8-D956-44B6-B8D9-FE4D9D275963}" type="pres"/>
    <dgm:pt modelId="{19F51517-3C85-403B-AC07-C0B8CEA74B00}" type="pres"/>
    <dgm:pt modelId="{DCFAA344-C897-4DB0-ADA7-702AF045A1F1}" type="pres"/>
    <dgm:pt modelId="{9AC26EEE-1F75-489E-A64E-2B7F355A82F5}" type="pres"/>
    <dgm:pt modelId="{6A8A6904-A037-4156-B326-CA31F6329F4C}" type="pres"/>
    <dgm:pt modelId="{C82DEEA0-12EB-4079-A477-BD5ACCE07BB5}" type="pres"/>
    <dgm:pt modelId="{D4CEFB3B-071F-422A-AB17-DA70127B1E60}" type="pres"/>
    <dgm:pt modelId="{424EF42E-33FC-437F-A3A4-AD8D23E5F9DA}" type="pres"/>
    <dgm:pt modelId="{438AC8AA-58A9-4551-9E56-5EA6C82FFF78}" type="pres"/>
    <dgm:pt modelId="{33FDA27C-CDC2-4A6E-9B01-FC0E94B6DAF1}" type="pres"/>
    <dgm:pt modelId="{7CC26D32-20B5-4E1A-B239-37296DF3B9EA}" type="pres"/>
    <dgm:pt modelId="{EA46FA4C-7F63-4C22-A46B-0F9494EDB1D2}" type="pres"/>
    <dgm:pt modelId="{7F596188-7ED5-491D-93BC-2D0DC648D284}" type="pres"/>
    <dgm:pt modelId="{0539F65F-C5EE-4349-B298-91523F506B13}" type="pres"/>
    <dgm:pt modelId="{BE7E19E0-7123-48C5-9982-48BF0B04FA51}" type="pres"/>
    <dgm:pt modelId="{44A6D107-D349-4940-A85D-BB38EA74B146}" type="pres"/>
    <dgm:pt modelId="{29D7E553-55D7-4BB3-9361-ADD7F6AAAC02}" type="pres"/>
  </dgm:ptLst>
  <dgm:cxnLst>
    <dgm:cxn modelId="{A71E7623-4C97-4EF6-B8B7-E88472A6C1C6}" type="presOf" srcId="{85BEEF6F-660F-4508-8938-1FF398847632}" destId="{29D7E553-55D7-4BB3-9361-ADD7F6AAAC02}" srcOrd="0" destOrd="0" presId="urn:microsoft.com/office/officeart/2018/2/layout/IconVerticalSolidList"/>
    <dgm:cxn modelId="{964B812B-E01D-4F62-8F8C-A5264F6648AA}" type="presOf" srcId="{823DDED1-ECCF-4628-9A0D-6E285E930796}" destId="{7C2E6A65-4F40-4F3E-A7AC-7013A21CAF78}" srcOrd="0" destOrd="0" presId="urn:microsoft.com/office/officeart/2018/2/layout/IconVerticalSolidList"/>
    <dgm:cxn modelId="{9EBC5F5E-D0E9-4EAD-93CB-CED7417A7C55}" type="presOf" srcId="{4AA92AF2-E0AB-4A57-A161-FD730138976E}" destId="{6304B5A3-AA56-4258-9664-36563051CC90}" srcOrd="0" destOrd="0" presId="urn:microsoft.com/office/officeart/2018/2/layout/IconVerticalSolidList"/>
    <dgm:cxn modelId="{7EA85A62-6F0C-406D-BFC6-09387A8A53AE}" type="presOf" srcId="{F5660689-77DD-478D-ABDE-C353FD846143}" destId="{7CC26D32-20B5-4E1A-B239-37296DF3B9EA}" srcOrd="0" destOrd="0" presId="urn:microsoft.com/office/officeart/2018/2/layout/IconVerticalSolidList"/>
    <dgm:cxn modelId="{2D4D8575-28F7-42AC-B931-AAC40AF3AC33}" srcId="{B4D4AABF-6DAA-48F0-BE5B-668539314511}" destId="{823DDED1-ECCF-4628-9A0D-6E285E930796}" srcOrd="1" destOrd="0" parTransId="{9A6269EA-8F32-4FF2-B44C-4EA30A6D4059}" sibTransId="{C690F2BE-7009-4CFF-99C5-3815726A4C92}"/>
    <dgm:cxn modelId="{71A41C99-5C7C-43B2-992B-E18C14DB5F4A}" srcId="{B4D4AABF-6DAA-48F0-BE5B-668539314511}" destId="{5C55C7E0-B5FE-4314-B527-54DD9270F8BC}" srcOrd="2" destOrd="0" parTransId="{E0EF2E00-A158-4ABD-A8A3-7994F2D124B0}" sibTransId="{0D4FAE72-68BC-4193-8411-9BB77F1FF073}"/>
    <dgm:cxn modelId="{91651AA5-1DF3-41FC-B56A-3CF8FFC194FA}" srcId="{B4D4AABF-6DAA-48F0-BE5B-668539314511}" destId="{85BEEF6F-660F-4508-8938-1FF398847632}" srcOrd="4" destOrd="0" parTransId="{7CFC03EF-0C1C-4C88-8533-F9D51E090F1C}" sibTransId="{BF47EE60-FAA8-4354-B955-74B37260FFF4}"/>
    <dgm:cxn modelId="{2F14E8AF-D0C6-4BC2-8FB2-4ED0543B7C56}" srcId="{B4D4AABF-6DAA-48F0-BE5B-668539314511}" destId="{4AA92AF2-E0AB-4A57-A161-FD730138976E}" srcOrd="0" destOrd="0" parTransId="{95936169-F125-4F08-A88E-3CD00D6CA9FC}" sibTransId="{0A62B64A-C863-4B76-A2F5-24986A4ABA4E}"/>
    <dgm:cxn modelId="{05DD76CA-D4C1-4D41-943F-1344A16ED3ED}" type="presOf" srcId="{5C55C7E0-B5FE-4314-B527-54DD9270F8BC}" destId="{6A8A6904-A037-4156-B326-CA31F6329F4C}" srcOrd="0" destOrd="0" presId="urn:microsoft.com/office/officeart/2018/2/layout/IconVerticalSolidList"/>
    <dgm:cxn modelId="{87A0E5DC-54D3-4ACD-AA86-33FAFD586062}" srcId="{B4D4AABF-6DAA-48F0-BE5B-668539314511}" destId="{F5660689-77DD-478D-ABDE-C353FD846143}" srcOrd="3" destOrd="0" parTransId="{60237E1F-1B7B-4B8A-928E-82420CD22C33}" sibTransId="{3E677D06-66FE-4852-BB40-7A2892444116}"/>
    <dgm:cxn modelId="{A4BD71FF-BB83-441D-861F-A92884999026}" type="presOf" srcId="{B4D4AABF-6DAA-48F0-BE5B-668539314511}" destId="{8ABC7FFA-2A4C-4D97-8841-3684EA76D2CC}" srcOrd="0" destOrd="0" presId="urn:microsoft.com/office/officeart/2018/2/layout/IconVerticalSolidList"/>
    <dgm:cxn modelId="{5165009D-66F0-4643-990E-084A013DFC20}" type="presParOf" srcId="{8ABC7FFA-2A4C-4D97-8841-3684EA76D2CC}" destId="{453DBBCF-0EA2-46B6-B237-13019247A5A6}" srcOrd="0" destOrd="0" presId="urn:microsoft.com/office/officeart/2018/2/layout/IconVerticalSolidList"/>
    <dgm:cxn modelId="{F01C26E3-BCBE-4B82-A095-FA4E0265984B}" type="presParOf" srcId="{453DBBCF-0EA2-46B6-B237-13019247A5A6}" destId="{C733F730-A9FA-41FF-9C93-82F50DDFA2DF}" srcOrd="0" destOrd="0" presId="urn:microsoft.com/office/officeart/2018/2/layout/IconVerticalSolidList"/>
    <dgm:cxn modelId="{D1CEEBB7-EF14-4864-93C9-9D17CA4F5CCB}" type="presParOf" srcId="{453DBBCF-0EA2-46B6-B237-13019247A5A6}" destId="{D54BD605-9E5A-414B-9F85-329CE563467E}" srcOrd="1" destOrd="0" presId="urn:microsoft.com/office/officeart/2018/2/layout/IconVerticalSolidList"/>
    <dgm:cxn modelId="{18874446-F085-4585-8775-6A4D45FCCA35}" type="presParOf" srcId="{453DBBCF-0EA2-46B6-B237-13019247A5A6}" destId="{5AE8B0C5-60F9-4AE0-90F8-390CEABA8C1A}" srcOrd="2" destOrd="0" presId="urn:microsoft.com/office/officeart/2018/2/layout/IconVerticalSolidList"/>
    <dgm:cxn modelId="{2EF84CCC-3DAA-4B51-B9E1-3BDEAF3B558E}" type="presParOf" srcId="{453DBBCF-0EA2-46B6-B237-13019247A5A6}" destId="{6304B5A3-AA56-4258-9664-36563051CC90}" srcOrd="3" destOrd="0" presId="urn:microsoft.com/office/officeart/2018/2/layout/IconVerticalSolidList"/>
    <dgm:cxn modelId="{5EBFD56F-1C8E-4812-B762-A7734ECC0400}" type="presParOf" srcId="{8ABC7FFA-2A4C-4D97-8841-3684EA76D2CC}" destId="{660D3C5A-4E04-4944-BF3C-AF240A133087}" srcOrd="1" destOrd="0" presId="urn:microsoft.com/office/officeart/2018/2/layout/IconVerticalSolidList"/>
    <dgm:cxn modelId="{D444358F-5033-49F6-9FF5-F27C03E4DBE9}" type="presParOf" srcId="{8ABC7FFA-2A4C-4D97-8841-3684EA76D2CC}" destId="{482A6BF2-8027-45D4-BB5C-5E94C8F9EEBB}" srcOrd="2" destOrd="0" presId="urn:microsoft.com/office/officeart/2018/2/layout/IconVerticalSolidList"/>
    <dgm:cxn modelId="{28EC4A37-EEFD-436B-96E9-C66C70FF1CA3}" type="presParOf" srcId="{482A6BF2-8027-45D4-BB5C-5E94C8F9EEBB}" destId="{1EAC354B-87C3-4262-914E-42FFF2653FD2}" srcOrd="0" destOrd="0" presId="urn:microsoft.com/office/officeart/2018/2/layout/IconVerticalSolidList"/>
    <dgm:cxn modelId="{2EBC7B80-9CFB-40D7-868E-4296D7D67B31}" type="presParOf" srcId="{482A6BF2-8027-45D4-BB5C-5E94C8F9EEBB}" destId="{ACAEE3FB-7F49-44BB-811B-920B47A6C00E}" srcOrd="1" destOrd="0" presId="urn:microsoft.com/office/officeart/2018/2/layout/IconVerticalSolidList"/>
    <dgm:cxn modelId="{9E7E5F62-93BD-4B3A-9565-544EDB8BBA52}" type="presParOf" srcId="{482A6BF2-8027-45D4-BB5C-5E94C8F9EEBB}" destId="{1DDB926F-8D43-438B-B3C8-48A98C047024}" srcOrd="2" destOrd="0" presId="urn:microsoft.com/office/officeart/2018/2/layout/IconVerticalSolidList"/>
    <dgm:cxn modelId="{457A6183-A411-4310-87B1-67B1673A2C1F}" type="presParOf" srcId="{482A6BF2-8027-45D4-BB5C-5E94C8F9EEBB}" destId="{7C2E6A65-4F40-4F3E-A7AC-7013A21CAF78}" srcOrd="3" destOrd="0" presId="urn:microsoft.com/office/officeart/2018/2/layout/IconVerticalSolidList"/>
    <dgm:cxn modelId="{73E9B66A-12E4-401B-B8A9-450BE9C43BB4}" type="presParOf" srcId="{8ABC7FFA-2A4C-4D97-8841-3684EA76D2CC}" destId="{105EE324-5896-4752-9DDD-78E0B8BEECE5}" srcOrd="3" destOrd="0" presId="urn:microsoft.com/office/officeart/2018/2/layout/IconVerticalSolidList"/>
    <dgm:cxn modelId="{E7D585BD-15A2-4B91-90D1-AC58BD2A90EB}" type="presParOf" srcId="{8ABC7FFA-2A4C-4D97-8841-3684EA76D2CC}" destId="{092048D8-D956-44B6-B8D9-FE4D9D275963}" srcOrd="4" destOrd="0" presId="urn:microsoft.com/office/officeart/2018/2/layout/IconVerticalSolidList"/>
    <dgm:cxn modelId="{418E3866-0853-4004-976C-90EFB10A3782}" type="presParOf" srcId="{092048D8-D956-44B6-B8D9-FE4D9D275963}" destId="{19F51517-3C85-403B-AC07-C0B8CEA74B00}" srcOrd="0" destOrd="0" presId="urn:microsoft.com/office/officeart/2018/2/layout/IconVerticalSolidList"/>
    <dgm:cxn modelId="{DD59D065-7261-4495-9EA1-8C04B0791E5F}" type="presParOf" srcId="{092048D8-D956-44B6-B8D9-FE4D9D275963}" destId="{DCFAA344-C897-4DB0-ADA7-702AF045A1F1}" srcOrd="1" destOrd="0" presId="urn:microsoft.com/office/officeart/2018/2/layout/IconVerticalSolidList"/>
    <dgm:cxn modelId="{F0464742-9B29-44D9-8A76-DA63527018A0}" type="presParOf" srcId="{092048D8-D956-44B6-B8D9-FE4D9D275963}" destId="{9AC26EEE-1F75-489E-A64E-2B7F355A82F5}" srcOrd="2" destOrd="0" presId="urn:microsoft.com/office/officeart/2018/2/layout/IconVerticalSolidList"/>
    <dgm:cxn modelId="{34771747-02F9-4869-B9A0-4994E4436F98}" type="presParOf" srcId="{092048D8-D956-44B6-B8D9-FE4D9D275963}" destId="{6A8A6904-A037-4156-B326-CA31F6329F4C}" srcOrd="3" destOrd="0" presId="urn:microsoft.com/office/officeart/2018/2/layout/IconVerticalSolidList"/>
    <dgm:cxn modelId="{E915298D-09B6-411C-9E6F-16FDDC00D501}" type="presParOf" srcId="{8ABC7FFA-2A4C-4D97-8841-3684EA76D2CC}" destId="{C82DEEA0-12EB-4079-A477-BD5ACCE07BB5}" srcOrd="5" destOrd="0" presId="urn:microsoft.com/office/officeart/2018/2/layout/IconVerticalSolidList"/>
    <dgm:cxn modelId="{5E136727-9AAD-4B78-BA87-2A1BCE738E30}" type="presParOf" srcId="{8ABC7FFA-2A4C-4D97-8841-3684EA76D2CC}" destId="{D4CEFB3B-071F-422A-AB17-DA70127B1E60}" srcOrd="6" destOrd="0" presId="urn:microsoft.com/office/officeart/2018/2/layout/IconVerticalSolidList"/>
    <dgm:cxn modelId="{C00BA67C-D98C-43B9-9B7E-6586A1CD068A}" type="presParOf" srcId="{D4CEFB3B-071F-422A-AB17-DA70127B1E60}" destId="{424EF42E-33FC-437F-A3A4-AD8D23E5F9DA}" srcOrd="0" destOrd="0" presId="urn:microsoft.com/office/officeart/2018/2/layout/IconVerticalSolidList"/>
    <dgm:cxn modelId="{631B10BA-05D0-488E-96BC-8274E9147CDF}" type="presParOf" srcId="{D4CEFB3B-071F-422A-AB17-DA70127B1E60}" destId="{438AC8AA-58A9-4551-9E56-5EA6C82FFF78}" srcOrd="1" destOrd="0" presId="urn:microsoft.com/office/officeart/2018/2/layout/IconVerticalSolidList"/>
    <dgm:cxn modelId="{EF8F777F-8FDF-44B1-85AC-F0A30972A2AB}" type="presParOf" srcId="{D4CEFB3B-071F-422A-AB17-DA70127B1E60}" destId="{33FDA27C-CDC2-4A6E-9B01-FC0E94B6DAF1}" srcOrd="2" destOrd="0" presId="urn:microsoft.com/office/officeart/2018/2/layout/IconVerticalSolidList"/>
    <dgm:cxn modelId="{5B0CA7B8-FAF4-4E0C-9BD9-CC4E0560F920}" type="presParOf" srcId="{D4CEFB3B-071F-422A-AB17-DA70127B1E60}" destId="{7CC26D32-20B5-4E1A-B239-37296DF3B9EA}" srcOrd="3" destOrd="0" presId="urn:microsoft.com/office/officeart/2018/2/layout/IconVerticalSolidList"/>
    <dgm:cxn modelId="{B7C93E80-F623-4D2B-BECC-101FBC2570C5}" type="presParOf" srcId="{8ABC7FFA-2A4C-4D97-8841-3684EA76D2CC}" destId="{EA46FA4C-7F63-4C22-A46B-0F9494EDB1D2}" srcOrd="7" destOrd="0" presId="urn:microsoft.com/office/officeart/2018/2/layout/IconVerticalSolidList"/>
    <dgm:cxn modelId="{B222ABBE-68E9-4575-A3EC-BBDCCA07402B}" type="presParOf" srcId="{8ABC7FFA-2A4C-4D97-8841-3684EA76D2CC}" destId="{7F596188-7ED5-491D-93BC-2D0DC648D284}" srcOrd="8" destOrd="0" presId="urn:microsoft.com/office/officeart/2018/2/layout/IconVerticalSolidList"/>
    <dgm:cxn modelId="{DBC570D2-E9C3-4EED-97E1-9DA5702EFD06}" type="presParOf" srcId="{7F596188-7ED5-491D-93BC-2D0DC648D284}" destId="{0539F65F-C5EE-4349-B298-91523F506B13}" srcOrd="0" destOrd="0" presId="urn:microsoft.com/office/officeart/2018/2/layout/IconVerticalSolidList"/>
    <dgm:cxn modelId="{78211F6C-E81F-4999-A660-5D4E86077D57}" type="presParOf" srcId="{7F596188-7ED5-491D-93BC-2D0DC648D284}" destId="{BE7E19E0-7123-48C5-9982-48BF0B04FA51}" srcOrd="1" destOrd="0" presId="urn:microsoft.com/office/officeart/2018/2/layout/IconVerticalSolidList"/>
    <dgm:cxn modelId="{F71646A8-862C-462A-8725-93AE1C595052}" type="presParOf" srcId="{7F596188-7ED5-491D-93BC-2D0DC648D284}" destId="{44A6D107-D349-4940-A85D-BB38EA74B146}" srcOrd="2" destOrd="0" presId="urn:microsoft.com/office/officeart/2018/2/layout/IconVerticalSolidList"/>
    <dgm:cxn modelId="{06564FAA-B3A0-4D36-AAAD-3464D7FD7E8F}" type="presParOf" srcId="{7F596188-7ED5-491D-93BC-2D0DC648D284}" destId="{29D7E553-55D7-4BB3-9361-ADD7F6AAAC02}" srcOrd="3" destOrd="0" presId="urn:microsoft.com/office/officeart/2018/2/layout/IconVerticalSolidList"/>
  </dgm:cxnLst>
</dgm:dataModel>
</file>

<file path=ppt/graphics/data2.xml><?xml version="1.0" encoding="utf-8"?>
<dgm:dataModel xmlns:dgm="http://schemas.openxmlformats.org/drawingml/2006/diagram">
  <dgm:ptLst>
    <dgm:pt modelId="{B4D4AABF-6DAA-48F0-BE5B-668539314511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6D75DD5-A3AC-4613-AFDA-3C535F2704D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/>
            <a:t>Dataset: 23k women’s clothing reviews (Kaggle)</a:t>
          </a:r>
        </a:p>
      </dgm:t>
    </dgm:pt>
    <dgm:pt modelId="{6CDE311D-84AB-4358-871E-4BCA35D77ED1}" type="parTrans" cxnId="{D914D7FF-E3C5-4ACA-8DC6-A0AEE9CC9A4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93B3F27-161C-461D-83D3-79A2A2F44C85}" type="sibTrans" cxnId="{D914D7FF-E3C5-4ACA-8DC6-A0AEE9CC9A4C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5D6FECD-D9B4-4BFF-A71F-7D99022746B5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/>
            <a:t>Converted ratings → sentiment labels (1–2 negative, 3 neutral, 4–5 positive)</a:t>
          </a:r>
        </a:p>
      </dgm:t>
    </dgm:pt>
    <dgm:pt modelId="{54AA43BA-348C-4ACD-8962-A7D86727DE60}" type="parTrans" cxnId="{18637159-9210-4457-940E-3281FCBD013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9D5E54E-0FFD-43A2-A276-0618C7C475FD}" type="sibTrans" cxnId="{18637159-9210-4457-940E-3281FCBD0137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09308C2C-2ECF-412C-8744-F5730F853FA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/>
            <a:t>Text cleaning: lowercasing, punctuation &amp; stopword removal, handling contractions</a:t>
          </a:r>
        </a:p>
      </dgm:t>
    </dgm:pt>
    <dgm:pt modelId="{26E7A22D-DEBC-4F00-999A-5D2227512ECC}" type="parTrans" cxnId="{288C5978-229C-48D5-83E3-B47C3239444F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E43AE16-B13F-4A3B-B2A1-9C6E26E51634}" type="sibTrans" cxnId="{288C5978-229C-48D5-83E3-B47C3239444F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FF264645-F56B-4EF1-AD29-95E1F45B021E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/>
            <a:t>Feature extraction: </a:t>
          </a:r>
          <a:r>
            <a:rPr b="1"/>
            <a:t>TF-IDF</a:t>
          </a:r>
          <a:endParaRPr/>
        </a:p>
      </dgm:t>
    </dgm:pt>
    <dgm:pt modelId="{F7EF6C94-0DE6-42D6-A01A-2C95C10B532C}" type="parTrans" cxnId="{5A229588-D37B-4EA5-8543-35DCED9CD39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CAC14299-0F92-4FC5-B825-1E417277FA90}" type="sibTrans" cxnId="{5A229588-D37B-4EA5-8543-35DCED9CD39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868D1B04-2EDB-4A0C-A0EB-D5C6E5021BA6}">
      <dgm:t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lnSpc>
              <a:spcPct val="100000"/>
            </a:lnSpc>
            <a:buNone/>
          </a:pPr>
          <a:r>
            <a:rPr/>
            <a:t>EDA: distribution of sentiments, frequent words by class</a:t>
          </a:r>
        </a:p>
      </dgm:t>
    </dgm:pt>
    <dgm:pt modelId="{4DE1F683-69FF-45AF-8B8B-312B7791FB59}" type="parTrans" cxnId="{1E7E604C-A841-41D2-8DB0-C2114F3E8EA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6E1B1535-7AF1-4123-A263-BC51F9DEC73C}" type="sibTrans" cxnId="{1E7E604C-A841-41D2-8DB0-C2114F3E8EA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7B468459-504D-4F9E-AB95-FE04E2146BC6}" type="pres"/>
    <dgm:pt modelId="{8E5E1A16-5476-492D-B189-6D1E67623788}" type="pres"/>
    <dgm:pt modelId="{69B9F816-D2C4-494F-B965-1DC984DEBFED}" type="pres"/>
    <dgm:pt modelId="{0C52E4F6-ED68-4B1F-A1D3-22D519729E63}" type="pres"/>
    <dgm:pt modelId="{DFDFF21C-B4F2-4617-A0B8-673CD910C78F}" type="pres"/>
    <dgm:pt modelId="{79A1EC5F-FF27-4287-AE32-68ED12BD107C}" type="pres"/>
    <dgm:pt modelId="{D66F6656-BE87-415B-ADBF-4557D9100E1D}" type="pres"/>
    <dgm:pt modelId="{D5A03A1C-7E0B-4603-8C51-2D3116B20918}" type="pres"/>
    <dgm:pt modelId="{4E532398-AE0B-4E46-BA98-F743F6DC28AE}" type="pres"/>
    <dgm:pt modelId="{3728040B-D049-4464-A7CC-C207149F38A5}" type="pres"/>
    <dgm:pt modelId="{CC3B8BE7-B55B-4AC6-A880-09F167A08699}" type="pres"/>
    <dgm:pt modelId="{2B1C1070-5AA7-46D4-9B66-26DEF1C83C1A}" type="pres"/>
    <dgm:pt modelId="{31A51A97-C5A5-4222-BBB6-5AD6C0BC1EB2}" type="pres"/>
    <dgm:pt modelId="{2290BDB3-D228-4F62-AADC-49A046A2F865}" type="pres"/>
    <dgm:pt modelId="{42160335-D7A3-4526-B7D4-8A62B0DC61BF}" type="pres"/>
    <dgm:pt modelId="{FF7F4FAC-AEA7-400D-B8B5-26BCE019EB33}" type="pres"/>
  </dgm:ptLst>
  <dgm:cxnLst>
    <dgm:cxn modelId="{FA900406-143B-49AE-927E-D0E05E53D113}" type="presOf" srcId="{868D1B04-2EDB-4A0C-A0EB-D5C6E5021BA6}" destId="{FF7F4FAC-AEA7-400D-B8B5-26BCE019EB33}" srcOrd="1" destOrd="0" presId="urn:microsoft.com/office/officeart/2005/8/layout/vProcess5"/>
    <dgm:cxn modelId="{BEDB8A08-1674-49A3-BD2D-2900451F436B}" type="presOf" srcId="{D5D6FECD-D9B4-4BFF-A71F-7D99022746B5}" destId="{0C52E4F6-ED68-4B1F-A1D3-22D519729E63}" srcOrd="0" destOrd="0" presId="urn:microsoft.com/office/officeart/2005/8/layout/vProcess5"/>
    <dgm:cxn modelId="{422B850C-15D6-4CC2-9D48-47EECEAE8DC4}" type="presOf" srcId="{09308C2C-2ECF-412C-8744-F5730F853FA2}" destId="{DFDFF21C-B4F2-4617-A0B8-673CD910C78F}" srcOrd="0" destOrd="0" presId="urn:microsoft.com/office/officeart/2005/8/layout/vProcess5"/>
    <dgm:cxn modelId="{2A9D500F-0039-40E5-9595-CE46ACD8FAB5}" type="presOf" srcId="{793B3F27-161C-461D-83D3-79A2A2F44C85}" destId="{D5A03A1C-7E0B-4603-8C51-2D3116B20918}" srcOrd="0" destOrd="0" presId="urn:microsoft.com/office/officeart/2005/8/layout/vProcess5"/>
    <dgm:cxn modelId="{F4EB986A-9592-485B-8126-58D0123AFBA4}" type="presOf" srcId="{D5D6FECD-D9B4-4BFF-A71F-7D99022746B5}" destId="{31A51A97-C5A5-4222-BBB6-5AD6C0BC1EB2}" srcOrd="1" destOrd="0" presId="urn:microsoft.com/office/officeart/2005/8/layout/vProcess5"/>
    <dgm:cxn modelId="{4AFFCD4B-D27F-410D-A822-9861D1283709}" type="presOf" srcId="{09308C2C-2ECF-412C-8744-F5730F853FA2}" destId="{2290BDB3-D228-4F62-AADC-49A046A2F865}" srcOrd="1" destOrd="0" presId="urn:microsoft.com/office/officeart/2005/8/layout/vProcess5"/>
    <dgm:cxn modelId="{1E7E604C-A841-41D2-8DB0-C2114F3E8EAA}" srcId="{B4D4AABF-6DAA-48F0-BE5B-668539314511}" destId="{868D1B04-2EDB-4A0C-A0EB-D5C6E5021BA6}" srcOrd="4" destOrd="0" parTransId="{4DE1F683-69FF-45AF-8B8B-312B7791FB59}" sibTransId="{6E1B1535-7AF1-4123-A263-BC51F9DEC73C}"/>
    <dgm:cxn modelId="{1882296F-2055-498E-858A-10C366D60587}" type="presOf" srcId="{A6D75DD5-A3AC-4613-AFDA-3C535F2704D0}" destId="{69B9F816-D2C4-494F-B965-1DC984DEBFED}" srcOrd="0" destOrd="0" presId="urn:microsoft.com/office/officeart/2005/8/layout/vProcess5"/>
    <dgm:cxn modelId="{288C5978-229C-48D5-83E3-B47C3239444F}" srcId="{B4D4AABF-6DAA-48F0-BE5B-668539314511}" destId="{09308C2C-2ECF-412C-8744-F5730F853FA2}" srcOrd="2" destOrd="0" parTransId="{26E7A22D-DEBC-4F00-999A-5D2227512ECC}" sibTransId="{CE43AE16-B13F-4A3B-B2A1-9C6E26E51634}"/>
    <dgm:cxn modelId="{18637159-9210-4457-940E-3281FCBD0137}" srcId="{B4D4AABF-6DAA-48F0-BE5B-668539314511}" destId="{D5D6FECD-D9B4-4BFF-A71F-7D99022746B5}" srcOrd="1" destOrd="0" parTransId="{54AA43BA-348C-4ACD-8962-A7D86727DE60}" sibTransId="{09D5E54E-0FFD-43A2-A276-0618C7C475FD}"/>
    <dgm:cxn modelId="{8B3B497A-51CF-4A83-B782-DAAC7B3285E4}" type="presOf" srcId="{B4D4AABF-6DAA-48F0-BE5B-668539314511}" destId="{7B468459-504D-4F9E-AB95-FE04E2146BC6}" srcOrd="0" destOrd="0" presId="urn:microsoft.com/office/officeart/2005/8/layout/vProcess5"/>
    <dgm:cxn modelId="{5A229588-D37B-4EA5-8543-35DCED9CD392}" srcId="{B4D4AABF-6DAA-48F0-BE5B-668539314511}" destId="{FF264645-F56B-4EF1-AD29-95E1F45B021E}" srcOrd="3" destOrd="0" parTransId="{F7EF6C94-0DE6-42D6-A01A-2C95C10B532C}" sibTransId="{CAC14299-0F92-4FC5-B825-1E417277FA90}"/>
    <dgm:cxn modelId="{24DB1C8E-E2BA-45BE-B372-F4D03E6895A9}" type="presOf" srcId="{CE43AE16-B13F-4A3B-B2A1-9C6E26E51634}" destId="{3728040B-D049-4464-A7CC-C207149F38A5}" srcOrd="0" destOrd="0" presId="urn:microsoft.com/office/officeart/2005/8/layout/vProcess5"/>
    <dgm:cxn modelId="{516CA298-E201-4AD3-8BB2-7F578B9CD9BA}" type="presOf" srcId="{FF264645-F56B-4EF1-AD29-95E1F45B021E}" destId="{79A1EC5F-FF27-4287-AE32-68ED12BD107C}" srcOrd="0" destOrd="0" presId="urn:microsoft.com/office/officeart/2005/8/layout/vProcess5"/>
    <dgm:cxn modelId="{5FC500B3-104A-4A87-87AD-CFCAD9545B9B}" type="presOf" srcId="{CAC14299-0F92-4FC5-B825-1E417277FA90}" destId="{CC3B8BE7-B55B-4AC6-A880-09F167A08699}" srcOrd="0" destOrd="0" presId="urn:microsoft.com/office/officeart/2005/8/layout/vProcess5"/>
    <dgm:cxn modelId="{302D94D1-EC4B-4767-81E6-3E842B066F8C}" type="presOf" srcId="{FF264645-F56B-4EF1-AD29-95E1F45B021E}" destId="{42160335-D7A3-4526-B7D4-8A62B0DC61BF}" srcOrd="1" destOrd="0" presId="urn:microsoft.com/office/officeart/2005/8/layout/vProcess5"/>
    <dgm:cxn modelId="{8FA15DDB-8C5F-418C-8BCA-2057F5ABFBC5}" type="presOf" srcId="{09D5E54E-0FFD-43A2-A276-0618C7C475FD}" destId="{4E532398-AE0B-4E46-BA98-F743F6DC28AE}" srcOrd="0" destOrd="0" presId="urn:microsoft.com/office/officeart/2005/8/layout/vProcess5"/>
    <dgm:cxn modelId="{C4E99BE8-2C49-45D3-BDD9-C68B4C2D3EA4}" type="presOf" srcId="{A6D75DD5-A3AC-4613-AFDA-3C535F2704D0}" destId="{2B1C1070-5AA7-46D4-9B66-26DEF1C83C1A}" srcOrd="1" destOrd="0" presId="urn:microsoft.com/office/officeart/2005/8/layout/vProcess5"/>
    <dgm:cxn modelId="{615CB2F1-C664-4096-B467-D58CEC1FF966}" type="presOf" srcId="{868D1B04-2EDB-4A0C-A0EB-D5C6E5021BA6}" destId="{D66F6656-BE87-415B-ADBF-4557D9100E1D}" srcOrd="0" destOrd="0" presId="urn:microsoft.com/office/officeart/2005/8/layout/vProcess5"/>
    <dgm:cxn modelId="{D914D7FF-E3C5-4ACA-8DC6-A0AEE9CC9A4C}" srcId="{B4D4AABF-6DAA-48F0-BE5B-668539314511}" destId="{A6D75DD5-A3AC-4613-AFDA-3C535F2704D0}" srcOrd="0" destOrd="0" parTransId="{6CDE311D-84AB-4358-871E-4BCA35D77ED1}" sibTransId="{793B3F27-161C-461D-83D3-79A2A2F44C85}"/>
    <dgm:cxn modelId="{318AA25F-82A0-487E-9B5D-809B98987D1A}" type="presParOf" srcId="{7B468459-504D-4F9E-AB95-FE04E2146BC6}" destId="{8E5E1A16-5476-492D-B189-6D1E67623788}" srcOrd="0" destOrd="0" presId="urn:microsoft.com/office/officeart/2005/8/layout/vProcess5"/>
    <dgm:cxn modelId="{4011EACA-EECA-41C6-B93C-AC7C6FE1E366}" type="presParOf" srcId="{7B468459-504D-4F9E-AB95-FE04E2146BC6}" destId="{69B9F816-D2C4-494F-B965-1DC984DEBFED}" srcOrd="1" destOrd="0" presId="urn:microsoft.com/office/officeart/2005/8/layout/vProcess5"/>
    <dgm:cxn modelId="{DC1A3AB6-DBDE-4AFF-9B6B-42B8CE1ECE0D}" type="presParOf" srcId="{7B468459-504D-4F9E-AB95-FE04E2146BC6}" destId="{0C52E4F6-ED68-4B1F-A1D3-22D519729E63}" srcOrd="2" destOrd="0" presId="urn:microsoft.com/office/officeart/2005/8/layout/vProcess5"/>
    <dgm:cxn modelId="{4BD0893A-245E-400B-B248-E63622A7351F}" type="presParOf" srcId="{7B468459-504D-4F9E-AB95-FE04E2146BC6}" destId="{DFDFF21C-B4F2-4617-A0B8-673CD910C78F}" srcOrd="3" destOrd="0" presId="urn:microsoft.com/office/officeart/2005/8/layout/vProcess5"/>
    <dgm:cxn modelId="{CC1B18C7-DC5C-4ACD-B671-833E137E9CA1}" type="presParOf" srcId="{7B468459-504D-4F9E-AB95-FE04E2146BC6}" destId="{79A1EC5F-FF27-4287-AE32-68ED12BD107C}" srcOrd="4" destOrd="0" presId="urn:microsoft.com/office/officeart/2005/8/layout/vProcess5"/>
    <dgm:cxn modelId="{A24B930E-5771-4F56-ABF3-125341537F89}" type="presParOf" srcId="{7B468459-504D-4F9E-AB95-FE04E2146BC6}" destId="{D66F6656-BE87-415B-ADBF-4557D9100E1D}" srcOrd="5" destOrd="0" presId="urn:microsoft.com/office/officeart/2005/8/layout/vProcess5"/>
    <dgm:cxn modelId="{734ABFCA-0EED-41AE-A8D7-3E2DB7636921}" type="presParOf" srcId="{7B468459-504D-4F9E-AB95-FE04E2146BC6}" destId="{D5A03A1C-7E0B-4603-8C51-2D3116B20918}" srcOrd="6" destOrd="0" presId="urn:microsoft.com/office/officeart/2005/8/layout/vProcess5"/>
    <dgm:cxn modelId="{8C5510D0-78E2-4BEF-B781-EF3836CF4FF2}" type="presParOf" srcId="{7B468459-504D-4F9E-AB95-FE04E2146BC6}" destId="{4E532398-AE0B-4E46-BA98-F743F6DC28AE}" srcOrd="7" destOrd="0" presId="urn:microsoft.com/office/officeart/2005/8/layout/vProcess5"/>
    <dgm:cxn modelId="{9C89EE65-88C6-4E1D-A72A-F4F3CA2CFFA5}" type="presParOf" srcId="{7B468459-504D-4F9E-AB95-FE04E2146BC6}" destId="{3728040B-D049-4464-A7CC-C207149F38A5}" srcOrd="8" destOrd="0" presId="urn:microsoft.com/office/officeart/2005/8/layout/vProcess5"/>
    <dgm:cxn modelId="{5FCC38F9-2E0C-49F7-A6E2-C50DD1B57906}" type="presParOf" srcId="{7B468459-504D-4F9E-AB95-FE04E2146BC6}" destId="{CC3B8BE7-B55B-4AC6-A880-09F167A08699}" srcOrd="9" destOrd="0" presId="urn:microsoft.com/office/officeart/2005/8/layout/vProcess5"/>
    <dgm:cxn modelId="{67931E74-39D3-496F-BB2B-8E3B80ABE3B6}" type="presParOf" srcId="{7B468459-504D-4F9E-AB95-FE04E2146BC6}" destId="{2B1C1070-5AA7-46D4-9B66-26DEF1C83C1A}" srcOrd="10" destOrd="0" presId="urn:microsoft.com/office/officeart/2005/8/layout/vProcess5"/>
    <dgm:cxn modelId="{AA4CD1AF-78B9-4FBF-981B-37A1E8EC318E}" type="presParOf" srcId="{7B468459-504D-4F9E-AB95-FE04E2146BC6}" destId="{31A51A97-C5A5-4222-BBB6-5AD6C0BC1EB2}" srcOrd="11" destOrd="0" presId="urn:microsoft.com/office/officeart/2005/8/layout/vProcess5"/>
    <dgm:cxn modelId="{8BA3EE9B-68CC-4282-BD90-A4F3FA25B6B4}" type="presParOf" srcId="{7B468459-504D-4F9E-AB95-FE04E2146BC6}" destId="{2290BDB3-D228-4F62-AADC-49A046A2F865}" srcOrd="12" destOrd="0" presId="urn:microsoft.com/office/officeart/2005/8/layout/vProcess5"/>
    <dgm:cxn modelId="{E265A0A2-2D29-425F-8A95-985300791310}" type="presParOf" srcId="{7B468459-504D-4F9E-AB95-FE04E2146BC6}" destId="{42160335-D7A3-4526-B7D4-8A62B0DC61BF}" srcOrd="13" destOrd="0" presId="urn:microsoft.com/office/officeart/2005/8/layout/vProcess5"/>
    <dgm:cxn modelId="{7189BF5B-FC3E-4C4C-A847-6340A091C09F}" type="presParOf" srcId="{7B468459-504D-4F9E-AB95-FE04E2146BC6}" destId="{FF7F4FAC-AEA7-400D-B8B5-26BCE019EB33}" srcOrd="14" destOrd="0" presId="urn:microsoft.com/office/officeart/2005/8/layout/vProcess5"/>
  </dgm:cxnLst>
</dgm:dataModel>
</file>

<file path=ppt/graphics/layout1.xml><?xml version="1.0" encoding="utf-8"?>
<dgm:layoutDef xmlns:dgm="http://schemas.openxmlformats.org/drawingml/2006/diagram">
  <dgm:layoutNode name="root">
    <dgm:choose>
      <dgm:if axis="self" func="var" arg="dir" op="equ" val="norm">
        <dgm:alg type="lin">
          <dgm:param type="linDir" val="fromT"/>
          <dgm:param type="nodeHorzAlign" val="l"/>
        </dgm:alg>
      </dgm:if>
      <dgm:else>
        <dgm:alg type="lin">
          <dgm:param type="linDir" val="fromT"/>
          <dgm:param type="nodeHorzAlign" val="r"/>
        </dgm:alg>
      </dgm:else>
    </dgm:choose>
    <dgm:shape/>
    <dgm:presOf/>
    <dgm:choose>
      <dgm:if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axis="ch" ptType="node">
      <dgm:layoutNode name="compNode">
        <dgm:alg type="composite"/>
        <dgm:shape/>
        <dgm:presOf axis="self"/>
        <dgm:choose>
          <dgm:if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type="roundRect"/>
          <dgm:presOf/>
          <dgm:constrLst/>
          <dgm:ruleLst/>
        </dgm:layoutNode>
        <dgm:layoutNode name="iconRect" styleLbl="node1">
          <dgm:alg type="sp"/>
          <dgm:shape type="rect"/>
          <dgm:presOf/>
          <dgm:constrLst/>
          <dgm:ruleLst/>
        </dgm:layoutNode>
        <dgm:layoutNode name="spaceRect">
          <dgm:alg type="sp"/>
          <dgm:shape/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type="rect"/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>
          <dgm:if axis="ch" ptType="node" func="cnt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type="rect"/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/>
        </dgm:choose>
      </dgm:layoutNode>
      <dgm:forEach axis="followSib" ptType="sibTrans" cnt="1">
        <dgm:layoutNode name="sibTrans">
          <dgm:alg type="sp"/>
          <dgm:shape/>
          <dgm:presOf axis="self"/>
          <dgm:constrLst/>
          <dgm:ruleLst/>
        </dgm:layoutNode>
      </dgm:forEach>
    </dgm:forEach>
  </dgm:layoutNode>
</dgm:layoutDef>
</file>

<file path=ppt/graphics/layout2.xml><?xml version="1.0" encoding="utf-8"?>
<dgm:layoutDef xmlns:dgm="http://schemas.openxmlformats.org/drawingml/2006/diagram">
  <dgm:layoutNode name="outerComposite">
    <dgm:alg type="composite"/>
    <dgm:shape/>
    <dgm:presOf/>
    <dgm:choose>
      <dgm:if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alg type="sp"/>
      <dgm:shape/>
      <dgm:presOf/>
      <dgm:constrLst/>
      <dgm:ruleLst/>
    </dgm:layoutNode>
    <dgm:choose>
      <dgm:if axis="ch" ptType="node" func="cnt" op="equ" val="1">
        <dgm:layoutNode name="OneNode_1">
          <dgm:alg type="tx"/>
          <dgm:shape type="roundRect"/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>
        <dgm:choose>
          <dgm:if axis="ch" ptType="node" func="cnt" op="equ" val="2">
            <dgm:layoutNode name="TwoNodes_1">
              <dgm:alg type="sp"/>
              <dgm:shape type="roundRect"/>
              <dgm:presOf axis="ch desOrSelf" ptType="node node" st="1 1" cnt="1 0"/>
              <dgm:constrLst/>
              <dgm:ruleLst/>
            </dgm:layoutNode>
            <dgm:layoutNode name="TwoNodes_2">
              <dgm:alg type="sp"/>
              <dgm:shape type="roundRect"/>
              <dgm:presOf axis="ch desOrSelf" ptType="node node" st="2 1" cnt="1 0"/>
              <dgm:constrLst/>
              <dgm:ruleLst/>
            </dgm:layoutNode>
            <dgm:layoutNode name="TwoConn_1-2" styleLbl="fgAccFollowNode1">
              <dgm:alg type="tx"/>
              <dgm:shape type="downArrow"/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alg type="tx">
                <dgm:param type="parTxLTRAlign" val="l"/>
                <dgm:param type="txAnchorVertCh" val="mid"/>
              </dgm:alg>
              <dgm:shape type="roundRect"/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alg type="tx">
                <dgm:param type="parTxLTRAlign" val="l"/>
                <dgm:param type="txAnchorVertCh" val="mid"/>
              </dgm:alg>
              <dgm:shape type="roundRect"/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>
            <dgm:choose>
              <dgm:if axis="ch" ptType="node" func="cnt" op="equ" val="3">
                <dgm:layoutNode name="ThreeNodes_1">
                  <dgm:alg type="sp"/>
                  <dgm:shape type="roundRect"/>
                  <dgm:presOf axis="ch desOrSelf" ptType="node node" st="1 1" cnt="1 0"/>
                  <dgm:constrLst/>
                  <dgm:ruleLst/>
                </dgm:layoutNode>
                <dgm:layoutNode name="ThreeNodes_2">
                  <dgm:alg type="sp"/>
                  <dgm:shape type="roundRect"/>
                  <dgm:presOf axis="ch desOrSelf" ptType="node node" st="2 1" cnt="1 0"/>
                  <dgm:constrLst/>
                  <dgm:ruleLst/>
                </dgm:layoutNode>
                <dgm:layoutNode name="ThreeNodes_3">
                  <dgm:alg type="sp"/>
                  <dgm:shape type="roundRect"/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alg type="tx"/>
                  <dgm:shape type="downArrow"/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alg type="tx"/>
                  <dgm:shape type="downArrow"/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alg type="tx">
                    <dgm:param type="parTxLTRAlign" val="l"/>
                    <dgm:param type="txAnchorVertCh" val="mid"/>
                  </dgm:alg>
                  <dgm:shape type="roundRect"/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alg type="tx">
                    <dgm:param type="parTxLTRAlign" val="l"/>
                    <dgm:param type="txAnchorVertCh" val="mid"/>
                  </dgm:alg>
                  <dgm:shape type="roundRect"/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alg type="tx">
                    <dgm:param type="parTxLTRAlign" val="l"/>
                    <dgm:param type="txAnchorVertCh" val="mid"/>
                  </dgm:alg>
                  <dgm:shape type="roundRect"/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>
                <dgm:choose>
                  <dgm:if axis="ch" ptType="node" func="cnt" op="equ" val="4">
                    <dgm:layoutNode name="FourNodes_1">
                      <dgm:alg type="sp"/>
                      <dgm:shape type="roundRect"/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alg type="sp"/>
                      <dgm:shape type="roundRect"/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alg type="sp"/>
                      <dgm:shape type="roundRect"/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alg type="sp"/>
                      <dgm:shape type="roundRect"/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alg type="tx"/>
                      <dgm:shape type="downArrow"/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alg type="tx"/>
                      <dgm:shape type="downArrow"/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alg type="tx"/>
                      <dgm:shape type="downArrow"/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alg type="tx">
                        <dgm:param type="parTxLTRAlign" val="l"/>
                        <dgm:param type="txAnchorVertCh" val="mid"/>
                      </dgm:alg>
                      <dgm:shape type="roundRect"/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alg type="tx">
                        <dgm:param type="parTxLTRAlign" val="l"/>
                        <dgm:param type="txAnchorVertCh" val="mid"/>
                      </dgm:alg>
                      <dgm:shape type="roundRect"/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alg type="tx">
                        <dgm:param type="parTxLTRAlign" val="l"/>
                        <dgm:param type="txAnchorVertCh" val="mid"/>
                      </dgm:alg>
                      <dgm:shape type="roundRect"/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alg type="tx">
                        <dgm:param type="parTxLTRAlign" val="l"/>
                        <dgm:param type="txAnchorVertCh" val="mid"/>
                      </dgm:alg>
                      <dgm:shape type="roundRect"/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>
                    <dgm:choose>
                      <dgm:if axis="ch" ptType="node" func="cnt" op="gte" val="5">
                        <dgm:layoutNode name="FiveNodes_1">
                          <dgm:alg type="sp"/>
                          <dgm:shape type="roundRect"/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alg type="sp"/>
                          <dgm:shape type="roundRect"/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alg type="sp"/>
                          <dgm:shape type="roundRect"/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alg type="sp"/>
                          <dgm:shape type="roundRect"/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alg type="sp"/>
                          <dgm:shape type="roundRect"/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alg type="tx"/>
                          <dgm:shape type="downArrow"/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alg type="tx"/>
                          <dgm:shape type="downArrow"/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alg type="tx"/>
                          <dgm:shape type="downArrow"/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alg type="tx"/>
                          <dgm:shape type="downArrow"/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alg type="tx">
                            <dgm:param type="parTxLTRAlign" val="l"/>
                            <dgm:param type="txAnchorVertCh" val="mid"/>
                          </dgm:alg>
                          <dgm:shape type="roundRect"/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alg type="tx">
                            <dgm:param type="parTxLTRAlign" val="l"/>
                            <dgm:param type="txAnchorVertCh" val="mid"/>
                          </dgm:alg>
                          <dgm:shape type="roundRect"/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alg type="tx">
                            <dgm:param type="parTxLTRAlign" val="l"/>
                            <dgm:param type="txAnchorVertCh" val="mid"/>
                          </dgm:alg>
                          <dgm:shape type="roundRect"/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alg type="tx">
                            <dgm:param type="parTxLTRAlign" val="l"/>
                            <dgm:param type="txAnchorVertCh" val="mid"/>
                          </dgm:alg>
                          <dgm:shape type="roundRect"/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alg type="tx">
                            <dgm:param type="parTxLTRAlign" val="l"/>
                            <dgm:param type="txAnchorVertCh" val="mid"/>
                          </dgm:alg>
                          <dgm:shape type="roundRect"/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f5eb14b427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fce55203049b5" /><Relationship Type="http://schemas.openxmlformats.org/officeDocument/2006/relationships/notesMaster" Target="/ppt/notesMasters/notesMaster1.xml" Id="R13530638945543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5a03d1458441d8" /><Relationship Type="http://schemas.openxmlformats.org/officeDocument/2006/relationships/notesMaster" Target="/ppt/notesMasters/notesMaster1.xml" Id="R2a44ecbcb558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d7c8b24dab4453" /><Relationship Type="http://schemas.openxmlformats.org/officeDocument/2006/relationships/notesMaster" Target="/ppt/notesMasters/notesMaster1.xml" Id="Rf5277cd3dc19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284b38b0214f05" /><Relationship Type="http://schemas.openxmlformats.org/officeDocument/2006/relationships/notesMaster" Target="/ppt/notesMasters/notesMaster1.xml" Id="R996fcd7d049e49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dcb8c7c86c468e" /><Relationship Type="http://schemas.openxmlformats.org/officeDocument/2006/relationships/notesMaster" Target="/ppt/notesMasters/notesMaster1.xml" Id="R36647b350b2a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089772447445eb" /><Relationship Type="http://schemas.openxmlformats.org/officeDocument/2006/relationships/notesMaster" Target="/ppt/notesMasters/notesMaster1.xml" Id="Rf838f5eb1ea2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7fdaf473147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e23e553cf4f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4bf4f84a84f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82ac4c53043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37ed66b584d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b7d67c60749b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69015d08d4d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e031bd64f4c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e6236ebbe4f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e103904dc45e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8ad87de5145b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A270FF-A72A-2206-6F6F-5753B362CC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1B3E42D-3A41-D75E-6731-ABF8BB747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DE3AAE-1D80-DEEB-6B76-48EF61DB75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7246F5-A1CD-577F-618D-B87F64124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14E1DD-5044-4D16-B919-6EEF213F51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229300-9F8C-4F32-3084-5AAC10B4F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398A68-8DB6-011E-33CE-20FA1F5B42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5850A2-CEAE-FAA5-C85C-6ABB8BEF56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A4DCF2-0AB2-E45B-D466-6DA2379CBC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59B0A7-0D99-ABCC-8E16-7E9B7011B7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527D71-4C74-44FD-0D04-3333744F53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EC1361-27F3-1EB8-46FD-E2410EB8D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D16903-F0E6-05D9-3F62-E605B912EB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89EA8D-28DA-7007-206B-8306A49A8A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222BD1-DF54-A915-8CB1-16082A26B3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A19B14-F3FB-72BD-5BAB-D49EF5420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21E115-01FA-17C2-05D7-21A73E8CAC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4986A5-463D-9A4F-650E-51B0C7A266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D21DE7-B434-1D3E-0B17-B9F5BB3A32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E14A84-4882-9150-B8BD-029B2A6A97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2306E0-292C-6106-D113-01731EF5DC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78059D-F9E6-0F58-BCAF-053B14F36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E132BE-F545-2C96-2DC2-44848157F1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62B51A-895B-DB57-0DA1-D4D5B8AD94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3966D80-B479-505B-D6D6-6B33BA40FC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F92C224-EEEC-5D39-19CC-65681FF423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64F81F3-E09B-2FAF-1747-1CE1BBD179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6C5C09-D573-AF53-14CF-3FD42CB633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9C7E661-03FE-C4FA-A463-30FB1D9088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804040-345E-36A8-3470-92D371D1D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6E0DC6C-E2AA-29C2-5CDD-24524B32BC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0A80B31-0E36-A71E-20DA-3EACFD16D5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044A575-7B6A-25CE-2CAA-BC54A433BD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3043B13-619F-A1B5-469C-F8F8E9BF24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37B3EBF-E425-8F61-4FE3-6DF09CFB43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1B9D76C-E8A6-9295-8988-3817CF8B5E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F1D1A-A3E6-C78C-8957-95B2C9485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4E8E76-9458-0591-98FA-EFE1B1010B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1A3208F-EADB-D846-7145-AD720354D0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4ECA49-00AA-87B4-269C-4D2C915E3E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431A061-899A-4D48-2280-9B2E417394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DCD318-AC90-89A5-99EA-D90BDE8AC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6D226-80B4-429A-2068-6E9F1C0E3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D34773-81D3-7270-E74F-4B483DEB313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9C2C6F-109F-F872-3851-7D8FB5F5C8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FB5E27-54D6-062C-014B-B9C4C8152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8E59BB-5326-2E75-FA0C-CB5D25B60E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66530A-4CF1-F2B1-D82D-F0DA86DA62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A54FA7-F69F-27FD-E7A7-E27E91793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A70969-9F76-F808-C346-5666D9E91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507CF-C3DF-0381-2769-7800B9E879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30A87D-CF2C-DCB1-4731-08B1AF87DD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464DB4-5897-B6B6-0590-13FA9598C2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2E91AB5-9B2F-AC82-C5C0-C83918EBD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9442CB-718E-17A7-3CCE-88E252D628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AA3C8A-6E61-C0D7-90CC-002072C836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DAD3FD-3B97-6921-FE35-84AB6FCB77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C89F5C-3844-CF5A-C420-F2E12CFF8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15c3032d544a0" /><Relationship Type="http://schemas.openxmlformats.org/officeDocument/2006/relationships/slideLayout" Target="/ppt/slideLayouts/slideLayout1.xml" Id="R2d26a3b7d8c84153" /><Relationship Type="http://schemas.openxmlformats.org/officeDocument/2006/relationships/slideLayout" Target="/ppt/slideLayouts/slideLayout2.xml" Id="Rff115205c6e443d4" /><Relationship Type="http://schemas.openxmlformats.org/officeDocument/2006/relationships/slideLayout" Target="/ppt/slideLayouts/slideLayout3.xml" Id="Rda6e64cc4af34e9f" /><Relationship Type="http://schemas.openxmlformats.org/officeDocument/2006/relationships/slideLayout" Target="/ppt/slideLayouts/slideLayout4.xml" Id="Rfdfb010d95c3414b" /><Relationship Type="http://schemas.openxmlformats.org/officeDocument/2006/relationships/slideLayout" Target="/ppt/slideLayouts/slideLayout5.xml" Id="R8b0b3ca6d83248dd" /><Relationship Type="http://schemas.openxmlformats.org/officeDocument/2006/relationships/slideLayout" Target="/ppt/slideLayouts/slideLayout6.xml" Id="Rc370cef35e674128" /><Relationship Type="http://schemas.openxmlformats.org/officeDocument/2006/relationships/slideLayout" Target="/ppt/slideLayouts/slideLayout7.xml" Id="R51128c80ff1e46d6" /><Relationship Type="http://schemas.openxmlformats.org/officeDocument/2006/relationships/slideLayout" Target="/ppt/slideLayouts/slideLayout8.xml" Id="Re628166baf2143fd" /><Relationship Type="http://schemas.openxmlformats.org/officeDocument/2006/relationships/slideLayout" Target="/ppt/slideLayouts/slideLayout9.xml" Id="R4f880d9aaf674d91" /><Relationship Type="http://schemas.openxmlformats.org/officeDocument/2006/relationships/slideLayout" Target="/ppt/slideLayouts/slideLayout10.xml" Id="Rb9d9811633b44bc1" /><Relationship Type="http://schemas.openxmlformats.org/officeDocument/2006/relationships/slideLayout" Target="/ppt/slideLayouts/slideLayout11.xml" Id="R9d6846d3400f44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02A706-6BBB-4DA8-C4B8-5C6BBF449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15CF70-FCA1-5C85-03FB-B657841741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579487-975F-F682-7F8D-254EAA12398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2BE5DF4-CD9A-4D48-A3A9-511334B122DE}" type="datetimeFigureOut">
              <a:t>12/9/2025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188639-D9A6-EAE0-87DD-6DE06138056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8A15E5-118F-3AAB-8289-A8597B95EE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FD0DC38-9F2C-45E7-82F0-6755361F37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26a3b7d8c84153"/>
    <p:sldLayoutId xmlns:r="http://schemas.openxmlformats.org/officeDocument/2006/relationships" id="2147483650" r:id="Rff115205c6e443d4"/>
    <p:sldLayoutId xmlns:r="http://schemas.openxmlformats.org/officeDocument/2006/relationships" id="2147483651" r:id="Rda6e64cc4af34e9f"/>
    <p:sldLayoutId xmlns:r="http://schemas.openxmlformats.org/officeDocument/2006/relationships" id="2147483652" r:id="Rfdfb010d95c3414b"/>
    <p:sldLayoutId xmlns:r="http://schemas.openxmlformats.org/officeDocument/2006/relationships" id="2147483653" r:id="R8b0b3ca6d83248dd"/>
    <p:sldLayoutId xmlns:r="http://schemas.openxmlformats.org/officeDocument/2006/relationships" id="2147483654" r:id="Rc370cef35e674128"/>
    <p:sldLayoutId xmlns:r="http://schemas.openxmlformats.org/officeDocument/2006/relationships" id="2147483655" r:id="R51128c80ff1e46d6"/>
    <p:sldLayoutId xmlns:r="http://schemas.openxmlformats.org/officeDocument/2006/relationships" id="2147483656" r:id="Re628166baf2143fd"/>
    <p:sldLayoutId xmlns:r="http://schemas.openxmlformats.org/officeDocument/2006/relationships" id="2147483657" r:id="R4f880d9aaf674d91"/>
    <p:sldLayoutId xmlns:r="http://schemas.openxmlformats.org/officeDocument/2006/relationships" id="2147483658" r:id="Rb9d9811633b44bc1"/>
    <p:sldLayoutId xmlns:r="http://schemas.openxmlformats.org/officeDocument/2006/relationships" id="2147483659" r:id="R9d6846d3400f448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6cf0404a44092" /><Relationship Type="http://schemas.openxmlformats.org/officeDocument/2006/relationships/notesSlide" Target="/ppt/notesSlides/notesSlide1.xml" Id="Rf2fead5242f8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f0616dd8214664" /><Relationship Type="http://schemas.openxmlformats.org/officeDocument/2006/relationships/image" Target="/ppt/media/image.jpeg" Id="R554f91eb3d6942b8" /><Relationship Type="http://schemas.openxmlformats.org/officeDocument/2006/relationships/diagramData" Target="/ppt/graphics/data1.xml" Id="Re0041fbbdbf64474" /><Relationship Type="http://schemas.openxmlformats.org/officeDocument/2006/relationships/diagramLayout" Target="/ppt/graphics/layout1.xml" Id="R8796def0f51e43dd" /><Relationship Type="http://schemas.openxmlformats.org/officeDocument/2006/relationships/notesSlide" Target="/ppt/notesSlides/notesSlide2.xml" Id="R1a600343837444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a6fda6299e4034" /><Relationship Type="http://schemas.openxmlformats.org/officeDocument/2006/relationships/image" Target="/ppt/media/image.jpeg" Id="Re688008a82534952" /><Relationship Type="http://schemas.openxmlformats.org/officeDocument/2006/relationships/notesSlide" Target="/ppt/notesSlides/notesSlide3.xml" Id="R24025a3fff2544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603bb7a9be420d" /><Relationship Type="http://schemas.openxmlformats.org/officeDocument/2006/relationships/image" Target="/ppt/media/image.jpeg" Id="R9b447696c53a4885" /><Relationship Type="http://schemas.openxmlformats.org/officeDocument/2006/relationships/diagramData" Target="/ppt/graphics/data2.xml" Id="Rd71776378ea5465c" /><Relationship Type="http://schemas.openxmlformats.org/officeDocument/2006/relationships/diagramLayout" Target="/ppt/graphics/layout2.xml" Id="R0eb7ead9713e4720" /><Relationship Type="http://schemas.openxmlformats.org/officeDocument/2006/relationships/notesSlide" Target="/ppt/notesSlides/notesSlide4.xml" Id="Racdd5158b69847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9358249c44a89" /><Relationship Type="http://schemas.openxmlformats.org/officeDocument/2006/relationships/image" Target="/ppt/media/image.jpeg" Id="Rcf89eb15a59e418f" /><Relationship Type="http://schemas.openxmlformats.org/officeDocument/2006/relationships/notesSlide" Target="/ppt/notesSlides/notesSlide5.xml" Id="Rfaae6125cb0449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065ec7e434a12" /><Relationship Type="http://schemas.openxmlformats.org/officeDocument/2006/relationships/image" Target="/ppt/media/image.png" Id="R111338393bb84cec" /><Relationship Type="http://schemas.openxmlformats.org/officeDocument/2006/relationships/image" Target="/ppt/media/image.svg" Id="R7a357096ce274b63" /><Relationship Type="http://schemas.openxmlformats.org/officeDocument/2006/relationships/notesSlide" Target="/ppt/notesSlides/notesSlide6.xml" Id="R1300f061b485408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F7D788E-2C1B-4EF4-8719-12613771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7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FBA743-EB03-6770-8302-E0881B46F4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4949" y="3499076"/>
            <a:ext cx="6053558" cy="2424774"/>
          </a:xfr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40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Spelling Correction System</a:t>
            </a:r>
            <a:endParaRPr sz="3400" kern="1200">
              <a:solidFill>
                <a:srgbClr val="FFFFFF"/>
              </a:solidFill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340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&amp; </a:t>
            </a:r>
            <a:endParaRPr sz="3400" kern="1200">
              <a:solidFill>
                <a:srgbClr val="FFFFFF"/>
              </a:solidFill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340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Sentiment Classification Model</a:t>
            </a:r>
            <a:endParaRPr sz="3400" kern="1200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3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7C54E824-C0F4-480B-BC88-689F50C4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199" y="548"/>
            <a:ext cx="4349752" cy="3142889"/>
          </a:xfrm>
          <a:custGeom xmlns:a="http://schemas.openxmlformats.org/drawingml/2006/main"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58DEA6A1-FC5C-4E6E-BBBF-7E47294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759" y="1421356"/>
            <a:ext cx="4538241" cy="5436644"/>
          </a:xfrm>
          <a:custGeom xmlns:a="http://schemas.openxmlformats.org/drawingml/2006/main"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96AAAC3B-1954-46B7-BBAC-27DFF5B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95" y="0"/>
            <a:ext cx="4023360" cy="2980240"/>
          </a:xfrm>
          <a:custGeom xmlns:a="http://schemas.openxmlformats.org/drawingml/2006/main"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309CF69-9908-4695-B837-33C53DB0E6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41058" y="226143"/>
            <a:ext cx="3458559" cy="2160118"/>
          </a:xfr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rPr sz="4000" b="1"/>
              <a:t>Presentation</a:t>
            </a:r>
            <a:endParaRPr sz="4000"/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A5AD6500-BB62-4AAC-9D2F-C10DDC90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97" y="1584494"/>
            <a:ext cx="4375105" cy="5273507"/>
          </a:xfrm>
          <a:custGeom xmlns:a="http://schemas.openxmlformats.org/drawingml/2006/main"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E270AE-A129-03D5-8F65-8E8A368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116" y="3143438"/>
            <a:ext cx="3921395" cy="27804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-228600" algn="just">
              <a:buFont typeface="Arial"/>
              <a:buChar char="•"/>
            </a:pPr>
            <a:r>
              <a:rPr sz="1600"/>
              <a:t>Individual NLP Presentation</a:t>
            </a:r>
          </a:p>
          <a:p xmlns:a="http://schemas.openxmlformats.org/drawingml/2006/main">
            <a:pPr indent="-228600">
              <a:buFont typeface="Arial"/>
              <a:buChar char="•"/>
            </a:pPr>
            <a:r>
              <a:rPr sz="1600"/>
              <a:t>Presented by Asma Abdiwali Hassan</a:t>
            </a:r>
          </a:p>
          <a:p xmlns:a="http://schemas.openxmlformats.org/drawingml/2006/main">
            <a:pPr indent="-228600" algn="just">
              <a:buFont typeface="Arial"/>
              <a:buChar char="•"/>
            </a:pPr>
            <a:r>
              <a:rPr sz="1600"/>
              <a:t>Module: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301157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4812C46-200A-4DEB-A05E-3ED6C68C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f91eb3d6942b8"/>
          <a:srcRect xmlns:a="http://schemas.openxmlformats.org/drawingml/2006/main" l="0" t="0" r="5882" b="-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0"/>
            <a:ext cx="9669642" cy="6857990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1EA859B-E555-4109-94F3-6700E04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25019" y="0"/>
            <a:ext cx="7066978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9B7B60-D229-F4D7-FBCB-7D6F41FA39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1610" y="365125"/>
            <a:ext cx="4126990" cy="136535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200">
                <a:latin typeface="Georgia"/>
                <a:ea typeface="Georgia"/>
                <a:cs typeface="Georgia"/>
              </a:rPr>
              <a:t>Part 1: Preprocessing &amp; EDA</a:t>
            </a:r>
          </a:p>
        </p:txBody>
      </p:sp>
      <p:graphicFrame>
        <p:nvGraphicFramePr>
          <p:cNvPr id="25" name="Rectangle 3"/>
          <p:cNvGraphicFramePr/>
          <p:nvPr/>
        </p:nvGraphicFramePr>
        <p:xfrm>
          <a:off xmlns:a="http://schemas.openxmlformats.org/drawingml/2006/main" x="6233652" y="1956620"/>
          <a:ext xmlns:a="http://schemas.openxmlformats.org/drawingml/2006/main" cx="5794225" cy="4615002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e0041fbbdbf64474" r:lo="R8796def0f51e43dd"/>
          </a:graphicData>
        </a:graphic>
      </p:graphicFrame>
    </p:spTree>
    <p:extLst>
      <p:ext uri="{BB962C8B-B14F-4D97-AF65-F5344CB8AC3E}">
        <p14:creationId xmlns:p14="http://schemas.microsoft.com/office/powerpoint/2010/main" val="346881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DF5FCE1-F05C-9BF0-20C5-8FBB8B1A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8008a82534952"/>
          <a:srcRect xmlns:a="http://schemas.openxmlformats.org/drawingml/2006/main" l="0" t="0" r="5882" b="-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0"/>
            <a:ext cx="9669642" cy="6857990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8CB3676-2032-9C32-8163-C6F5E8C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25019" y="0"/>
            <a:ext cx="7066978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363694-165B-98C3-B81E-F1852F949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1610" y="365125"/>
            <a:ext cx="4126990" cy="136535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200">
                <a:latin typeface="Georgia"/>
                <a:ea typeface="Georgia"/>
                <a:cs typeface="Georgia"/>
              </a:rPr>
              <a:t>Part 1: Spelling Correction System</a:t>
            </a:r>
            <a:endParaRPr sz="3200">
              <a:latin typeface="Georgia"/>
              <a:ea typeface="Georgia"/>
              <a:cs typeface="Georgia"/>
            </a:endParaRP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25A4B8-B87E-BE1F-ED78-16000CB7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531610" y="1730477"/>
            <a:ext cx="4817706" cy="4594840"/>
          </a:xfrm>
        </p:spPr>
        <p:txBody>
          <a:bodyPr xmlns:a="http://schemas.openxmlformats.org/drawingml/2006/main">
            <a:normAutofit fontScale="55000" lnSpcReduction="20000"/>
          </a:bodyPr>
          <a:lstStyle xmlns:a="http://schemas.openxmlformats.org/drawingml/2006/main"/>
          <a:p xmlns:a="http://schemas.openxmlformats.org/drawingml/2006/main">
            <a:r>
              <a:rPr sz="2800" b="1"/>
              <a:t>Strengths</a:t>
            </a:r>
            <a:endParaRPr sz="2800"/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Detects both non-word &amp; real-word errors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Domain corpus + 100k English words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Context-aware with bigram probabilities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Interactive GUI (dictionary, vocabulary, </a:t>
            </a:r>
            <a:r>
              <a:rPr sz="2800"/>
              <a:t>analyzer</a:t>
            </a:r>
            <a:r>
              <a:rPr sz="2800"/>
              <a:t>)</a:t>
            </a:r>
          </a:p>
          <a:p xmlns:a="http://schemas.openxmlformats.org/drawingml/2006/main">
            <a:r>
              <a:rPr sz="2800" b="1"/>
              <a:t>Limitations</a:t>
            </a:r>
            <a:endParaRPr sz="2800"/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Only bigram context → shallow understanding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No POS tagging → grammar not checked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No semantic models (Word2Vec, BERT)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Fixed vocabulary, no IR for new terms</a:t>
            </a:r>
          </a:p>
          <a:p xmlns:a="http://schemas.openxmlformats.org/drawingml/2006/main">
            <a:r>
              <a:rPr sz="2800" b="1"/>
              <a:t>Improvements</a:t>
            </a:r>
            <a:endParaRPr sz="2800"/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Add POS tagging for grammar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Use IR to expand vocabulary dynamically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2800"/>
              <a:t>Apply semantic models for deeper meaning</a:t>
            </a:r>
          </a:p>
          <a:p xmlns:a="http://schemas.openxmlformats.org/drawingml/2006/main">
            <a:endParaRPr sz="2800"/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03566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2E72D36-0A8E-E8D8-D3C5-F453470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47696c53a4885"/>
          <a:srcRect xmlns:a="http://schemas.openxmlformats.org/drawingml/2006/main" l="0" t="0" r="5882" b="-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0"/>
            <a:ext cx="9669642" cy="6857990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C16778B-585C-E0FD-AA08-F495A78F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25019" y="0"/>
            <a:ext cx="7066978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0B86F2-D3F7-15EF-E8A7-601627324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1610" y="365125"/>
            <a:ext cx="4126990" cy="136535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200">
                <a:latin typeface="Georgia"/>
                <a:ea typeface="Georgia"/>
                <a:cs typeface="Georgia"/>
              </a:rPr>
              <a:t>Part 2 : </a:t>
            </a:r>
            <a:br/>
            <a:r>
              <a:rPr sz="3200">
                <a:latin typeface="Georgia"/>
                <a:ea typeface="Georgia"/>
                <a:cs typeface="Georgia"/>
              </a:rPr>
              <a:t>Preprocessing &amp; EDA</a:t>
            </a:r>
          </a:p>
        </p:txBody>
      </p:sp>
      <p:graphicFrame>
        <p:nvGraphicFramePr>
          <p:cNvPr id="25" name="Rectangle 3"/>
          <p:cNvGraphicFramePr/>
          <p:nvPr/>
        </p:nvGraphicFramePr>
        <p:xfrm>
          <a:off xmlns:a="http://schemas.openxmlformats.org/drawingml/2006/main" x="6233652" y="1956620"/>
          <a:ext xmlns:a="http://schemas.openxmlformats.org/drawingml/2006/main" cx="5794225" cy="4615002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d71776378ea5465c" r:lo="R0eb7ead9713e4720"/>
          </a:graphicData>
        </a:graphic>
      </p:graphicFrame>
    </p:spTree>
    <p:extLst>
      <p:ext uri="{BB962C8B-B14F-4D97-AF65-F5344CB8AC3E}">
        <p14:creationId xmlns:p14="http://schemas.microsoft.com/office/powerpoint/2010/main" val="1326253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5FE0875-4094-81C0-4582-819B8357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9eb15a59e418f"/>
          <a:srcRect xmlns:a="http://schemas.openxmlformats.org/drawingml/2006/main" l="0" t="0" r="5882" b="-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0"/>
            <a:ext cx="9669642" cy="6857990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991DD79-67F4-CBD6-7964-6E8D042F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25019" y="0"/>
            <a:ext cx="7066978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A2E46F-57F6-F12B-E96A-B5839F2C4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1610" y="365125"/>
            <a:ext cx="4126990" cy="136535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200">
                <a:latin typeface="Georgia"/>
                <a:ea typeface="Georgia"/>
                <a:cs typeface="Georgia"/>
              </a:rPr>
              <a:t>Part 2: Sentiment Classification Model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074E1-4C13-6843-9162-D24262FA52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531610" y="1730477"/>
            <a:ext cx="4817706" cy="4594840"/>
          </a:xfrm>
        </p:spPr>
        <p:txBody>
          <a:bodyPr xmlns:a="http://schemas.openxmlformats.org/drawingml/2006/main">
            <a:normAutofit fontScale="55000" lnSpcReduction="20000"/>
          </a:bodyPr>
          <a:lstStyle xmlns:a="http://schemas.openxmlformats.org/drawingml/2006/main"/>
          <a:p xmlns:a="http://schemas.openxmlformats.org/drawingml/2006/main">
            <a:r>
              <a:rPr b="1"/>
              <a:t>Strengths</a:t>
            </a:r>
            <a:endParaRPr/>
          </a:p>
          <a:p xmlns:a="http://schemas.openxmlformats.org/drawingml/2006/main">
            <a:pPr>
              <a:buFont typeface="Arial"/>
              <a:buChar char="•"/>
            </a:pPr>
            <a:r>
              <a:t>Large dataset (23k reviews)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Clean preprocessing + TF-IDF features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Models: Logistic Regression, SVM, XGBoost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Deployed with Gradio, user-friendly</a:t>
            </a:r>
          </a:p>
          <a:p xmlns:a="http://schemas.openxmlformats.org/drawingml/2006/main">
            <a:r>
              <a:rPr b="1"/>
              <a:t>Limitations</a:t>
            </a:r>
            <a:endParaRPr/>
          </a:p>
          <a:p xmlns:a="http://schemas.openxmlformats.org/drawingml/2006/main">
            <a:pPr>
              <a:buFont typeface="Arial"/>
              <a:buChar char="•"/>
            </a:pPr>
            <a:r>
              <a:t>Imbalanced dataset (fewer neutral reviews)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TF-IDF only, no semantic features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Simple deployment, no prediction explanations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Limited to English fashion reviews</a:t>
            </a:r>
          </a:p>
          <a:p xmlns:a="http://schemas.openxmlformats.org/drawingml/2006/main">
            <a:r>
              <a:rPr b="1"/>
              <a:t>Improvements</a:t>
            </a:r>
            <a:endParaRPr/>
          </a:p>
          <a:p xmlns:a="http://schemas.openxmlformats.org/drawingml/2006/main">
            <a:pPr>
              <a:buFont typeface="Arial"/>
              <a:buChar char="•"/>
            </a:pPr>
            <a:r>
              <a:t>Balance dataset for fair classification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Add semantic embeddings (Word2Vec, BERT)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Add explainability (SHAP/LIME)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Expand dataset across domains/languages</a:t>
            </a:r>
          </a:p>
          <a:p xmlns:a="http://schemas.openxmlformats.org/drawingml/2006/main">
            <a:pPr marL="0" indent="0">
              <a:buNone/>
            </a:pPr>
            <a:endParaRPr sz="2800"/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4273274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751229-0244-4FBB-BED1-407467F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A5543E-5E46-89F4-55E9-8030E28A76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197101" y="735283"/>
            <a:ext cx="4978399" cy="31650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200"/>
              <a:t>Thank You</a:t>
            </a:r>
            <a:endParaRPr sz="5200"/>
          </a:p>
        </p:txBody>
      </p:sp>
      <p:pic>
        <p:nvPicPr>
          <p:cNvPr id="16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338393bb84cec">
            <a:extLst>
              <a:ext uri="{96DAC541-7B7A-43D3-8B79-37D633B846F1}">
                <asvg:svgBlip xmlns:asvg="http://schemas.microsoft.com/office/drawing/2016/SVG/main" r:embed="R7a357096ce274b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549" y="2776619"/>
            <a:ext cx="1289051" cy="1289051"/>
          </a:xfrm>
          <a:prstGeom xmlns:a="http://schemas.openxmlformats.org/drawingml/2006/main" prst="rect">
            <a:avLst/>
          </a:prstGeom>
        </p:spPr>
      </p:pic>
      <p:pic>
        <p:nvPicPr>
          <p:cNvPr id="17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338393bb84cec">
            <a:alphaModFix amt="15000"/>
            <a:extLst>
              <a:ext uri="{96DAC541-7B7A-43D3-8B79-37D633B846F1}">
                <asvg:svgBlip xmlns:asvg="http://schemas.microsoft.com/office/drawing/2016/SVG/main" r:embed="R7a357096ce274b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7815" y="716407"/>
            <a:ext cx="5411343" cy="54113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017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2026-09-11T09:35:02.4990000Z</dcterms:created>
  <dcterms:modified xsi:type="dcterms:W3CDTF">2026-09-11T09:35:02.4990000Z</dcterms:modified>
</coreProperties>
</file>